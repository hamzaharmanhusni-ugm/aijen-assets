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6858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79400"/>
            <a:ext cx="1676400" cy="167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6000" y="457200"/>
            <a:ext cx="16256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059669"/>
                </a:solidFill>
                <a:latin typeface="Plus Jakarta Sans"/>
              </a:rPr>
              <a:t>01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400" y="2133600"/>
            <a:ext cx="60452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>
                <a:solidFill>
                  <a:srgbClr val="0F172A"/>
                </a:solidFill>
                <a:latin typeface="Plus Jakarta Sans"/>
              </a:rPr>
              <a:t>Kenalan sama</a:t>
            </a:r>
          </a:p>
          <a:p>
            <a:pPr algn="l">
              <a:lnSpc>
                <a:spcPct val="102000"/>
              </a:lnSpc>
            </a:pPr>
            <a:r>
              <a:rPr sz="3800" b="1">
                <a:solidFill>
                  <a:srgbClr val="059669"/>
                </a:solidFill>
                <a:latin typeface="Plus Jakarta Sans"/>
              </a:rPr>
              <a:t>Tim Aijen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1800" y="3810000"/>
            <a:ext cx="5664200" cy="838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>
                <a:solidFill>
                  <a:srgbClr val="64748B"/>
                </a:solidFill>
                <a:latin typeface="Plus Jakarta Sans"/>
              </a:rPr>
              <a:t>Tiga praktisi yang membangun solusi AI untuk bisnis, sekaligus mengajarkannya dari nol.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1800" y="4724400"/>
            <a:ext cx="56896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59669"/>
                </a:solidFill>
                <a:latin typeface="Plus Jakarta Sans"/>
              </a:rPr>
              <a:t>Ketiganya kini menempuh Magister AI di Universitas Gadjah Mada.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1200" y="5003800"/>
            <a:ext cx="193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059669"/>
                </a:solidFill>
                <a:latin typeface="Plus Jakarta Sans"/>
              </a:rPr>
              <a:t>Geser  →</a:t>
            </a:r>
          </a:p>
        </p:txBody>
      </p:sp>
      <p:pic>
        <p:nvPicPr>
          <p:cNvPr id="8" name="Picture 7" descr="founder-hamzah-h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257800"/>
            <a:ext cx="1828800" cy="2336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76454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172A"/>
                </a:solidFill>
                <a:latin typeface="Plus Jakarta Sans"/>
              </a:rPr>
              <a:t>Hamzah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886700"/>
            <a:ext cx="18288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059669"/>
                </a:solidFill>
                <a:latin typeface="Plus Jakarta Sans"/>
              </a:rPr>
              <a:t>Data Scientist</a:t>
            </a:r>
          </a:p>
        </p:txBody>
      </p:sp>
      <p:pic>
        <p:nvPicPr>
          <p:cNvPr id="11" name="Picture 10" descr="founder-adit-he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5257800"/>
            <a:ext cx="1828800" cy="2336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14600" y="76454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172A"/>
                </a:solidFill>
                <a:latin typeface="Plus Jakarta Sans"/>
              </a:rPr>
              <a:t>Aditya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7886700"/>
            <a:ext cx="18288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059669"/>
                </a:solidFill>
                <a:latin typeface="Plus Jakarta Sans"/>
              </a:rPr>
              <a:t>Automation</a:t>
            </a:r>
          </a:p>
        </p:txBody>
      </p:sp>
      <p:pic>
        <p:nvPicPr>
          <p:cNvPr id="14" name="Picture 13" descr="founder-fikri-he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5257800"/>
            <a:ext cx="1828800" cy="2336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0" y="76454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172A"/>
                </a:solidFill>
                <a:latin typeface="Plus Jakarta Sans"/>
              </a:rPr>
              <a:t>Fikry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7886700"/>
            <a:ext cx="18288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059669"/>
                </a:solidFill>
                <a:latin typeface="Plus Jakarta Sans"/>
              </a:rPr>
              <a:t>AI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79400"/>
            <a:ext cx="1473200" cy="147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6000" y="457200"/>
            <a:ext cx="16256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059669"/>
                </a:solidFill>
                <a:latin typeface="Plus Jakarta Sans"/>
              </a:rPr>
              <a:t>02 / 05</a:t>
            </a:r>
          </a:p>
        </p:txBody>
      </p:sp>
      <p:pic>
        <p:nvPicPr>
          <p:cNvPr id="4" name="Picture 3" descr="founder-hamzah-h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4864100"/>
            <a:ext cx="2895600" cy="370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1800" y="2082800"/>
            <a:ext cx="317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59669"/>
                </a:solidFill>
                <a:latin typeface="Plus Jakarta Sans"/>
              </a:rPr>
              <a:t>FOUNDER AIJEN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1800" y="2362200"/>
            <a:ext cx="3175000" cy="116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F172A"/>
                </a:solidFill>
                <a:latin typeface="Plus Jakarta Sans"/>
              </a:rPr>
              <a:t>Hamzah Arman Husni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800" y="3581400"/>
            <a:ext cx="31750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59669"/>
                </a:solidFill>
                <a:latin typeface="Plus Jakarta Sans"/>
              </a:rPr>
              <a:t>Data Scientist &amp; Pengajar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800" y="4241800"/>
            <a:ext cx="3175000" cy="3810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12700" bIns="12700"/>
          <a:lstStyle/>
          <a:p>
            <a:pPr algn="l"/>
            <a:r>
              <a:rPr sz="950" b="1">
                <a:solidFill>
                  <a:srgbClr val="047857"/>
                </a:solidFill>
                <a:latin typeface="Plus Jakarta Sans"/>
              </a:rPr>
              <a:t>Ex Data Scientist · Multimedika Mahadata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800" y="4724400"/>
            <a:ext cx="3175000" cy="3810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12700" bIns="12700"/>
          <a:lstStyle/>
          <a:p>
            <a:pPr algn="l"/>
            <a:r>
              <a:rPr sz="950" b="1">
                <a:solidFill>
                  <a:srgbClr val="047857"/>
                </a:solidFill>
                <a:latin typeface="Plus Jakarta Sans"/>
              </a:rPr>
              <a:t>Teaching Assistant · BelajarLagi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800" y="5308600"/>
            <a:ext cx="3175000" cy="19050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000" y="5486400"/>
            <a:ext cx="2794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59669"/>
                </a:solidFill>
                <a:latin typeface="Plus Jakarta Sans"/>
              </a:rPr>
              <a:t>BUAT KAMU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5765800"/>
            <a:ext cx="27940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F172A"/>
                </a:solidFill>
                <a:latin typeface="Plus Jakarta Sans"/>
              </a:rPr>
              <a:t>Materi yang rumit kami buat mudah kamu ikuti. Kami memang mengajar AI dari nol setiap hari, ke lebih dari 10 murid privat.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79400"/>
            <a:ext cx="1473200" cy="147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6000" y="457200"/>
            <a:ext cx="16256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059669"/>
                </a:solidFill>
                <a:latin typeface="Plus Jakarta Sans"/>
              </a:rPr>
              <a:t>03 / 05</a:t>
            </a:r>
          </a:p>
        </p:txBody>
      </p:sp>
      <p:pic>
        <p:nvPicPr>
          <p:cNvPr id="4" name="Picture 3" descr="founder-adit-h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4864100"/>
            <a:ext cx="2895600" cy="370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327400" y="2082800"/>
            <a:ext cx="317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59669"/>
                </a:solidFill>
                <a:latin typeface="Plus Jakarta Sans"/>
              </a:rPr>
              <a:t>CO-FOUNDER AIJEN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27400" y="2362200"/>
            <a:ext cx="3175000" cy="116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F172A"/>
                </a:solidFill>
                <a:latin typeface="Plus Jakarta Sans"/>
              </a:rPr>
              <a:t>Aditya Nurrohman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27400" y="3581400"/>
            <a:ext cx="31750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59669"/>
                </a:solidFill>
                <a:latin typeface="Plus Jakarta Sans"/>
              </a:rPr>
              <a:t>Automation Specialist (n8n, Make)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27400" y="4241800"/>
            <a:ext cx="3175000" cy="3810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12700" bIns="12700"/>
          <a:lstStyle/>
          <a:p>
            <a:pPr algn="l"/>
            <a:r>
              <a:rPr sz="950" b="1">
                <a:solidFill>
                  <a:srgbClr val="047857"/>
                </a:solidFill>
                <a:latin typeface="Plus Jakarta Sans"/>
              </a:rPr>
              <a:t>Ex AI Developer · STT Indonesia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7400" y="4724400"/>
            <a:ext cx="3175000" cy="3810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12700" bIns="12700"/>
          <a:lstStyle/>
          <a:p>
            <a:pPr algn="l"/>
            <a:r>
              <a:rPr sz="950" b="1">
                <a:solidFill>
                  <a:srgbClr val="047857"/>
                </a:solidFill>
                <a:latin typeface="Plus Jakarta Sans"/>
              </a:rPr>
              <a:t>Automasi n8n, Make, Zapier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7400" y="5308600"/>
            <a:ext cx="3175000" cy="19050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0600" y="5486400"/>
            <a:ext cx="2794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59669"/>
                </a:solidFill>
                <a:latin typeface="Plus Jakarta Sans"/>
              </a:rPr>
              <a:t>BUAT KAMU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0600" y="5765800"/>
            <a:ext cx="27940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F172A"/>
                </a:solidFill>
                <a:latin typeface="Plus Jakarta Sans"/>
              </a:rPr>
              <a:t>Pekerjaan berulang yang menyita waktu, seperti merekap chat ke spreadsheet, kami pindahkan ke automasi.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79400"/>
            <a:ext cx="1473200" cy="147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6000" y="457200"/>
            <a:ext cx="16256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059669"/>
                </a:solidFill>
                <a:latin typeface="Plus Jakarta Sans"/>
              </a:rPr>
              <a:t>04 / 05</a:t>
            </a:r>
          </a:p>
        </p:txBody>
      </p:sp>
      <p:pic>
        <p:nvPicPr>
          <p:cNvPr id="4" name="Picture 3" descr="founder-fikri-h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4864100"/>
            <a:ext cx="2895600" cy="370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1800" y="2082800"/>
            <a:ext cx="317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59669"/>
                </a:solidFill>
                <a:latin typeface="Plus Jakarta Sans"/>
              </a:rPr>
              <a:t>CO-FOUNDER AIJEN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1800" y="2362200"/>
            <a:ext cx="3175000" cy="116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F172A"/>
                </a:solidFill>
                <a:latin typeface="Plus Jakarta Sans"/>
              </a:rPr>
              <a:t>Muhammad Fikry Rizal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800" y="3581400"/>
            <a:ext cx="31750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59669"/>
                </a:solidFill>
                <a:latin typeface="Plus Jakarta Sans"/>
              </a:rPr>
              <a:t>AI Engineer, spesialis RAG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800" y="4241800"/>
            <a:ext cx="3175000" cy="3810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12700" bIns="12700"/>
          <a:lstStyle/>
          <a:p>
            <a:pPr algn="l"/>
            <a:r>
              <a:rPr sz="950" b="1">
                <a:solidFill>
                  <a:srgbClr val="047857"/>
                </a:solidFill>
                <a:latin typeface="Plus Jakarta Sans"/>
              </a:rPr>
              <a:t>AI Engineer @ Amdocs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800" y="4724400"/>
            <a:ext cx="3175000" cy="3810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12700" bIns="12700"/>
          <a:lstStyle/>
          <a:p>
            <a:pPr algn="l"/>
            <a:r>
              <a:rPr sz="950" b="1">
                <a:solidFill>
                  <a:srgbClr val="047857"/>
                </a:solidFill>
                <a:latin typeface="Plus Jakarta Sans"/>
              </a:rPr>
              <a:t>Spesialis GenAI &amp; RAG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800" y="5308600"/>
            <a:ext cx="3175000" cy="19050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000" y="5486400"/>
            <a:ext cx="2794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59669"/>
                </a:solidFill>
                <a:latin typeface="Plus Jakarta Sans"/>
              </a:rPr>
              <a:t>BUAT KAMU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5765800"/>
            <a:ext cx="27940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F172A"/>
                </a:solidFill>
                <a:latin typeface="Plus Jakarta Sans"/>
              </a:rPr>
              <a:t>Kami merancang AI yang menjawab dari data kamu sendiri, seperti katalog dan stok, bukan jawaban umum.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79400"/>
            <a:ext cx="1574800" cy="157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6000" y="457200"/>
            <a:ext cx="16256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059669"/>
                </a:solidFill>
                <a:latin typeface="Plus Jakarta Sans"/>
              </a:rPr>
              <a:t>05 / 05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514600"/>
            <a:ext cx="812800" cy="1016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6400" y="2717800"/>
            <a:ext cx="60452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>
                <a:solidFill>
                  <a:srgbClr val="0F172A"/>
                </a:solidFill>
                <a:latin typeface="Plus Jakarta Sans"/>
              </a:rPr>
              <a:t>Mau bisnis lebih efisien, atau </a:t>
            </a:r>
            <a:r>
              <a:rPr sz="2900" b="1">
                <a:solidFill>
                  <a:srgbClr val="059669"/>
                </a:solidFill>
                <a:latin typeface="Plus Jakarta Sans"/>
              </a:rPr>
              <a:t>belajar AI dari nol?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1800" y="4724400"/>
            <a:ext cx="55372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Plus Jakarta Sans"/>
              </a:rPr>
              <a:t>Kami rutin berbagi cara praktis menerapkan AI untuk bisnis dan belajar dari dasar, langkah demi langkah.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943600"/>
            <a:ext cx="3175000" cy="7366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12700" bIns="12700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Follow  @aijen.id</a:t>
            </a:r>
          </a:p>
        </p:txBody>
      </p:sp>
      <p:pic>
        <p:nvPicPr>
          <p:cNvPr id="8" name="Picture 7" descr="founder-hamzah-h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5969000"/>
            <a:ext cx="736600" cy="939800"/>
          </a:xfrm>
          <a:prstGeom prst="rect">
            <a:avLst/>
          </a:prstGeom>
        </p:spPr>
      </p:pic>
      <p:pic>
        <p:nvPicPr>
          <p:cNvPr id="9" name="Picture 8" descr="founder-adit-he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400" y="5969000"/>
            <a:ext cx="736600" cy="939800"/>
          </a:xfrm>
          <a:prstGeom prst="rect">
            <a:avLst/>
          </a:prstGeom>
        </p:spPr>
      </p:pic>
      <p:pic>
        <p:nvPicPr>
          <p:cNvPr id="10" name="Picture 9" descr="founder-fikri-he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4800" y="5969000"/>
            <a:ext cx="736600" cy="939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10000" y="6985000"/>
            <a:ext cx="2667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4748B"/>
                </a:solidFill>
                <a:latin typeface="Plus Jakarta Sans"/>
              </a:rPr>
              <a:t>Tim Aijen siap bantu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